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7A4DB-3C5B-1E81-CACA-454BA0202682}" v="4" dt="2026-08-09T14:57:40.845"/>
    <p1510:client id="{FCE6BECD-5D66-FCAD-9426-47BC81544304}" v="36" dt="2026-08-09T15:00:04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67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BidIQ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Bid Processing &amp; Proposal Intelligence Engine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134E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Enterprise AI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926080" y="27432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134E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Sub-domain: Bid &amp; Proposal Management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Reduce the time required to transform an RFP into a high-quality,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compliant proposal while improving informed bid/no-bid decisions.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777240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05</a:t>
            </a:r>
            <a:endParaRPr lang="en-US" sz="11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31E941-7BC8-6615-C79B-8A4816C4D665}"/>
              </a:ext>
            </a:extLst>
          </p:cNvPr>
          <p:cNvSpPr txBox="1"/>
          <p:nvPr/>
        </p:nvSpPr>
        <p:spPr>
          <a:xfrm>
            <a:off x="546553" y="4117435"/>
            <a:ext cx="312051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- ZERO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Use Case  ·  Problem Statement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large volumes of RFPs containing business, technical, compliance, security, commercial and delivery requirements. Preparing a competitive bid today is manual, inconsistent and highly dependent on individual expertise.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Critical Questions BidIQ Answers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9144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bid?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Bid-fit scoring &amp;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before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resources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324612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874520"/>
            <a:ext cx="9144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propose?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solution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grounded in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capability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126480" y="187452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74520"/>
            <a:ext cx="9144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we addressed everything?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35508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validation &amp;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coverage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original RFP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Use Cases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Auto-extract &amp; classify 80+ requirements from an unstructured RFP in minutes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365760" y="40507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Score technical, experience, compliance &amp; commercial fit before writing a single page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365760" y="43068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 a full proposal section with evidence links from past wins &amp; case studies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365760" y="45628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 every mandatory requirement is covered and flag unsupported claims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 ·  What We Build First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960120" y="932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Upload &amp; Intelligence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PDF/DOCX, extract metadata, scope, deadlines &amp; evaluation criteria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320040" y="178308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96012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Extraction &amp; Classification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requirements into Functional, Technical, Security, Compliance, Commercial, etc.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96012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Fit / Gap Analysis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9601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capability across technical, experience, compliance, resource &amp; commercial dimensions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320040" y="37033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960120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Knowledge Retrieval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96012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keyword + metadata search over past bids, case studies &amp; capabilities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960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5394960" y="932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Mapping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53949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every key claim to supporting past work with confidence scores</a:t>
            </a:r>
            <a:endParaRPr lang="en-US" sz="1100"/>
          </a:p>
        </p:txBody>
      </p:sp>
      <p:sp>
        <p:nvSpPr>
          <p:cNvPr id="24" name="Shape 22"/>
          <p:cNvSpPr/>
          <p:nvPr/>
        </p:nvSpPr>
        <p:spPr>
          <a:xfrm>
            <a:off x="4754880" y="178308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5394960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&amp; Bid Generation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5394960" y="2194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architecture, stack, delivery model and generate full proposal sections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539496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Validation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53949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Reverse-check proposal against RFP; surface missing, partial &amp; unsupported claims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4206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/>
          </a:p>
        </p:txBody>
      </p:sp>
      <p:sp>
        <p:nvSpPr>
          <p:cNvPr id="34" name="Text 32"/>
          <p:cNvSpPr/>
          <p:nvPr/>
        </p:nvSpPr>
        <p:spPr>
          <a:xfrm>
            <a:off x="5394960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Dashboard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539496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view of requirement → response → evidence status for human review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  ·  Agentic Workflow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Design Principle:  Understand → Qualify → Retrieve → Design → Generate → Validate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1325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898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Intelligence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RFP metadata, scope &amp; criteria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25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898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26060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Intel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60604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prioritize every requirement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32120" y="1325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3898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Fit Analysis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fit &amp; surface critical gaps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995160" y="118872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0" y="1325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138988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70866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Retrieval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0866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for evidence &amp; past wins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274320" y="274320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51560" y="2880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2944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36576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6576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proven, capability-aligned solution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14600" y="274320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880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2944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260604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Generator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260604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full proposal sections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4754880" y="274320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32120" y="2880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5532120" y="2944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484632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Validator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484632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matrix &amp; claim checking</a:t>
            </a:r>
            <a:endParaRPr lang="en-US" sz="1100"/>
          </a:p>
        </p:txBody>
      </p:sp>
      <p:sp>
        <p:nvSpPr>
          <p:cNvPr id="40" name="Shape 38"/>
          <p:cNvSpPr/>
          <p:nvPr/>
        </p:nvSpPr>
        <p:spPr>
          <a:xfrm>
            <a:off x="6995160" y="2743200"/>
            <a:ext cx="2103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772400" y="2880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0" y="2944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708660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7086600" y="3657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approve or regenerate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  ·  Tools &amp; Technology Stack</a:t>
            </a:r>
            <a:endParaRPr lang="en-US" sz="160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8346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32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Agents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LangGraph — stateful multi-agent workflow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— LLM chaining &amp; tools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3.11+ runtime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1148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Pydantic — structured agent state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28346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32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Retrieval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3832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Vector DB (Chroma / Weaviate / PGVector)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Hybrid retrieval (semantic + BM25)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Reranker models (Cross-Encoder)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338328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Object store for original documents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217920" y="868680"/>
            <a:ext cx="28346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63500" dist="1905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868680"/>
            <a:ext cx="283464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9326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LLM Layer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63550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Unstructured / LlamaParse — RFP parsing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635508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OpenAI / Azure OpenAI / Claude APIs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3550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option: Llama-3 / Mistral via Ollama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355080" y="2651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PDF / DOCX generation (ReportLab / python-docx)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8595360" cy="1143000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 vs Standard RAG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457200" y="4023359"/>
            <a:ext cx="8229600" cy="577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Fit Intelligence  —  Should we bid?  </a:t>
            </a:r>
          </a:p>
          <a:p>
            <a:pPr marL="342900" indent="-342900">
              <a:buAutoNum type="arabicPeriod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Traceability  —  Why did the AI claim this?   </a:t>
            </a:r>
          </a:p>
          <a:p>
            <a:pPr marL="342900" indent="-342900">
              <a:buAutoNum type="arabicPeriod"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RFP Validation  —  Did we answer everything?</a:t>
            </a:r>
            <a:endParaRPr lang="en-US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BidIQ — Agentic Bid Processing &amp; Proposal Intelligence Engine</dc:title>
  <dc:subject>Use Case &amp; Solution Proposal</dc:subject>
  <dc:creator>BidIQ Team</dc:creator>
  <cp:revision>2</cp:revision>
  <dcterms:created xsi:type="dcterms:W3CDTF">2026-08-09T10:53:13Z</dcterms:created>
  <dcterms:modified xsi:type="dcterms:W3CDTF">2026-08-11T03:35:55Z</dcterms:modified>
</cp:coreProperties>
</file>